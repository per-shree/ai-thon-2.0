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  <p:sldId id="257" r:id="rId2"/>
    <p:sldId id="258" r:id="rId3"/>
    <p:sldId id="259" r:id="rId4"/>
    <p:sldId id="260" r:id="rId5"/>
  </p:sldIdLst>
  <p:sldSz cx="12192000" cy="6858000" type="screen16x9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" Target="slides/slide2.xml"/>
  <Relationship Id="rId3" Type="http://schemas.openxmlformats.org/officeDocument/2006/relationships/slide" Target="slides/slide3.xml"/>
  <Relationship Id="rId4" Type="http://schemas.openxmlformats.org/officeDocument/2006/relationships/slide" Target="slides/slide4.xml"/>
  <Relationship Id="rId5" Type="http://schemas.openxmlformats.org/officeDocument/2006/relationships/slide" Target="slides/slide5.xml"/>
</Relationships>
</file>

<file path=ppt/slides/slide1.xml><?xml version="1.0" encoding="UTF-8" standalone="yes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!-- Title Shape -->
      <p:sp>
        <p:nvSpPr>
          <p:cNvPr id="2" name="Title 1"/>
          <p:cNvSpPr>
            <a:spLocks noGrp="1"/>
          </p:cNvSpPr>
          <p:nvPr/>
        </p:nvSpPr>
        <p:spPr>
          <a:xfrm>
            <a:off x="838200" y="609600"/>
            <a:ext cx="10515600" cy="1143000"/>
          </a:xfrm>
        </p:spPr>
        <p:txBody>
          <a:bodyPr/>
          <a:lstStyle/>
          <a:p>
            <a:r>
              <a:rPr lang="en-US" sz="3200" b="1">
                <a:solidFill><a:srgbClr val="062B59"/></a:solidFill>
              </a:rPr>
              <a:t>AiTHON 2.0 — Official Idea Submission Template</a:t>
            </a:r>
          </a:p>
        </p:txBody>
      </p:sp>
      <!-- Content Shape -->
      <p:sp>
        <p:nvSpPr>
          <p:cNvPr id="3" name="Content 2"/>
          <p:cNvSpPr>
            <a:spLocks noGrp="1"/>
          </p:cNvSpPr>
          <p:nvPr/>
        </p:nvSpPr>
        <p:spPr>
          <a:xfrm>
            <a:off x="838200" y="1981200"/>
            <a:ext cx="10515600" cy="4267200"/>
          </a:xfrm>
        </p:spPr>
        <p:txBody>
          <a:bodyPr/>
          <a:lstStyle/>
          
        <a:p>
          <a:pPr lvl="0"/>
          <a:r>
            <a:rPr lang="en-US" sz="1800"/>
            <a:t>Team Name: [Enter Your Team Name]</a:t>
          </a:r>
        </a:p>
        <a:p>
          <a:pPr lvl="0"/>
          <a:r>
            <a:rPr lang="en-US" sz="1800"/>
            <a:t>Project Title: [Enter Your AI Project Title]</a:t>
          </a:r>
        </a:p>
        <a:p>
          <a:pPr lvl="0"/>
          <a:r>
            <a:rPr lang="en-US" sz="1800"/>
            <a:t>Track / Category: [e.g. Healthcare, Fintech, Education, Smart Mobility, Open Innovation]</a:t>
          </a:r>
        </a:p>
        <a:p>
          <a:pPr lvl="0"/>
          <a:r>
            <a:rPr lang="en-US" sz="1800"/>
            <a:t>Team Leader Name & College: [Lead Name • College Name]</a:t>
          </a:r>
        </a:p>
        <a:p>
          <a:pPr lvl="0"/>
          <a:r>
            <a:rPr lang="en-US" sz="1800"/>
            <a:t>Team Members: [Member 2, Member 3, Member 4, etc.]</a:t>
          </a:r>
        </a:p>
        <a:p>
          <a:pPr lvl="0"/>
          <a:r>
            <a:rPr lang="en-US" sz="1800"/>
            <a:t>Event: AiTHON 2.0 • 12-Hour National Level AI Hackathon • AVCOE Sangamner</a:t>
          </a:r>
        </a:p>
        </p:txBody>
      </p:sp>
    </p:spTree>
  </p:cSld>
</p:sld>
</file>

<file path=ppt/slides/slide2.xml><?xml version="1.0" encoding="UTF-8" standalone="yes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!-- Title Shape -->
      <p:sp>
        <p:nvSpPr>
          <p:cNvPr id="2" name="Title 1"/>
          <p:cNvSpPr>
            <a:spLocks noGrp="1"/>
          </p:cNvSpPr>
          <p:nvPr/>
        </p:nvSpPr>
        <p:spPr>
          <a:xfrm>
            <a:off x="838200" y="609600"/>
            <a:ext cx="10515600" cy="1143000"/>
          </a:xfrm>
        </p:spPr>
        <p:txBody>
          <a:bodyPr/>
          <a:lstStyle/>
          <a:p>
            <a:r>
              <a:rPr lang="en-US" sz="3200" b="1">
                <a:solidFill><a:srgbClr val="062B59"/></a:solidFill>
              </a:rPr>
              <a:t>1. Problem Statement & Background</a:t>
            </a:r>
          </a:p>
        </p:txBody>
      </p:sp>
      <!-- Content Shape -->
      <p:sp>
        <p:nvSpPr>
          <p:cNvPr id="3" name="Content 2"/>
          <p:cNvSpPr>
            <a:spLocks noGrp="1"/>
          </p:cNvSpPr>
          <p:nvPr/>
        </p:nvSpPr>
        <p:spPr>
          <a:xfrm>
            <a:off x="838200" y="1981200"/>
            <a:ext cx="10515600" cy="4267200"/>
          </a:xfrm>
        </p:spPr>
        <p:txBody>
          <a:bodyPr/>
          <a:lstStyle/>
          
        <a:p>
          <a:pPr lvl="0"/>
          <a:r>
            <a:rPr lang="en-US" sz="1800"/>
            <a:t>• Clear description of the real-world problem your project addresses.</a:t>
          </a:r>
        </a:p>
        <a:p>
          <a:pPr lvl="0"/>
          <a:r>
            <a:rPr lang="en-US" sz="1800"/>
            <a:t>• Target beneficiaries / end users experiencing this pain point.</a:t>
          </a:r>
        </a:p>
        <a:p>
          <a:pPr lvl="0"/>
          <a:r>
            <a:rPr lang="en-US" sz="1800"/>
            <a:t>• Current limitations or gaps in existing conventional solutions.</a:t>
          </a:r>
        </a:p>
        <a:p>
          <a:pPr lvl="0"/>
          <a:r>
            <a:rPr lang="en-US" sz="1800"/>
            <a:t>• Why is an Artificial Intelligence / Machine Learning approach needed?</a:t>
          </a:r>
        </a:p>
        </p:txBody>
      </p:sp>
    </p:spTree>
  </p:cSld>
</p:sld>
</file>

<file path=ppt/slides/slide3.xml><?xml version="1.0" encoding="UTF-8" standalone="yes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!-- Title Shape -->
      <p:sp>
        <p:nvSpPr>
          <p:cNvPr id="2" name="Title 1"/>
          <p:cNvSpPr>
            <a:spLocks noGrp="1"/>
          </p:cNvSpPr>
          <p:nvPr/>
        </p:nvSpPr>
        <p:spPr>
          <a:xfrm>
            <a:off x="838200" y="609600"/>
            <a:ext cx="10515600" cy="1143000"/>
          </a:xfrm>
        </p:spPr>
        <p:txBody>
          <a:bodyPr/>
          <a:lstStyle/>
          <a:p>
            <a:r>
              <a:rPr lang="en-US" sz="3200" b="1">
                <a:solidFill><a:srgbClr val="062B59"/></a:solidFill>
              </a:rPr>
              <a:t>2. Proposed AI Solution & Technical Architecture</a:t>
            </a:r>
          </a:p>
        </p:txBody>
      </p:sp>
      <!-- Content Shape -->
      <p:sp>
        <p:nvSpPr>
          <p:cNvPr id="3" name="Content 2"/>
          <p:cNvSpPr>
            <a:spLocks noGrp="1"/>
          </p:cNvSpPr>
          <p:nvPr/>
        </p:nvSpPr>
        <p:spPr>
          <a:xfrm>
            <a:off x="838200" y="1981200"/>
            <a:ext cx="10515600" cy="4267200"/>
          </a:xfrm>
        </p:spPr>
        <p:txBody>
          <a:bodyPr/>
          <a:lstStyle/>
          
        <a:p>
          <a:pPr lvl="0"/>
          <a:r>
            <a:rPr lang="en-US" sz="1800"/>
            <a:t>• High-level system architecture and workflow overview.</a:t>
          </a:r>
        </a:p>
        <a:p>
          <a:pPr lvl="0"/>
          <a:r>
            <a:rPr lang="en-US" sz="1800"/>
            <a:t>• AI / ML / GenAI models utilized (e.g. Vision Transformers, LLMs, CNNs, Reinforcement Learning).</a:t>
          </a:r>
        </a:p>
        <a:p>
          <a:pPr lvl="0"/>
          <a:r>
            <a:rPr lang="en-US" sz="1800"/>
            <a:t>• Key innovation: What makes your approach distinctive and impactful?</a:t>
          </a:r>
        </a:p>
        <a:p>
          <a:pPr lvl="0"/>
          <a:r>
            <a:rPr lang="en-US" sz="1800"/>
            <a:t>• Data flow: Inputs, inference pipeline, output presentation to users.</a:t>
          </a:r>
        </a:p>
        </p:txBody>
      </p:sp>
    </p:spTree>
  </p:cSld>
</p:sld>
</file>

<file path=ppt/slides/slide4.xml><?xml version="1.0" encoding="UTF-8" standalone="yes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!-- Title Shape -->
      <p:sp>
        <p:nvSpPr>
          <p:cNvPr id="2" name="Title 1"/>
          <p:cNvSpPr>
            <a:spLocks noGrp="1"/>
          </p:cNvSpPr>
          <p:nvPr/>
        </p:nvSpPr>
        <p:spPr>
          <a:xfrm>
            <a:off x="838200" y="609600"/>
            <a:ext cx="10515600" cy="1143000"/>
          </a:xfrm>
        </p:spPr>
        <p:txBody>
          <a:bodyPr/>
          <a:lstStyle/>
          <a:p>
            <a:r>
              <a:rPr lang="en-US" sz="3200" b="1">
                <a:solidFill><a:srgbClr val="062B59"/></a:solidFill>
              </a:rPr>
              <a:t>3. Technology Stack & Implementation Feasibility</a:t>
            </a:r>
          </a:p>
        </p:txBody>
      </p:sp>
      <!-- Content Shape -->
      <p:sp>
        <p:nvSpPr>
          <p:cNvPr id="3" name="Content 2"/>
          <p:cNvSpPr>
            <a:spLocks noGrp="1"/>
          </p:cNvSpPr>
          <p:nvPr/>
        </p:nvSpPr>
        <p:spPr>
          <a:xfrm>
            <a:off x="838200" y="1981200"/>
            <a:ext cx="10515600" cy="4267200"/>
          </a:xfrm>
        </p:spPr>
        <p:txBody>
          <a:bodyPr/>
          <a:lstStyle/>
          
        <a:p>
          <a:pPr lvl="0"/>
          <a:r>
            <a:rPr lang="en-US" sz="1800"/>
            <a:t>• Frontend / Client: [e.g. React, Next.js, Flutter, Streamlit, Mobile]</a:t>
          </a:r>
        </a:p>
        <a:p>
          <a:pPr lvl="0"/>
          <a:r>
            <a:rPr lang="en-US" sz="1800"/>
            <a:t>• Backend / APIs: [e.g. Python FastAPI, Node.js, Express, Flask]</a:t>
          </a:r>
        </a:p>
        <a:p>
          <a:pPr lvl="0"/>
          <a:r>
            <a:rPr lang="en-US" sz="1800"/>
            <a:t>• AI / ML Frameworks: [e.g. PyTorch, Hugging Face, OpenCV, LangChain, TensorFlow]</a:t>
          </a:r>
        </a:p>
        <a:p>
          <a:pPr lvl="0"/>
          <a:r>
            <a:rPr lang="en-US" sz="1800"/>
            <a:t>• Cloud / Databases: [e.g. PostgreSQL, Supabase, Firebase, Vector DB, Docker]</a:t>
          </a:r>
        </a:p>
        <a:p>
          <a:pPr lvl="0"/>
          <a:r>
            <a:rPr lang="en-US" sz="1800"/>
            <a:t>• 12-Hour Prototype Scope: What will be working and demonstrable live?</a:t>
          </a:r>
        </a:p>
        </p:txBody>
      </p:sp>
    </p:spTree>
  </p:cSld>
</p:sld>
</file>

<file path=ppt/slides/slide5.xml><?xml version="1.0" encoding="UTF-8" standalone="yes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!-- Title Shape -->
      <p:sp>
        <p:nvSpPr>
          <p:cNvPr id="2" name="Title 1"/>
          <p:cNvSpPr>
            <a:spLocks noGrp="1"/>
          </p:cNvSpPr>
          <p:nvPr/>
        </p:nvSpPr>
        <p:spPr>
          <a:xfrm>
            <a:off x="838200" y="609600"/>
            <a:ext cx="10515600" cy="1143000"/>
          </a:xfrm>
        </p:spPr>
        <p:txBody>
          <a:bodyPr/>
          <a:lstStyle/>
          <a:p>
            <a:r>
              <a:rPr lang="en-US" sz="3200" b="1">
                <a:solidFill><a:srgbClr val="062B59"/></a:solidFill>
              </a:rPr>
              <a:t>4. Expected Impact, Roadmap & Demo Plan</a:t>
            </a:r>
          </a:p>
        </p:txBody>
      </p:sp>
      <!-- Content Shape -->
      <p:sp>
        <p:nvSpPr>
          <p:cNvPr id="3" name="Content 2"/>
          <p:cNvSpPr>
            <a:spLocks noGrp="1"/>
          </p:cNvSpPr>
          <p:nvPr/>
        </p:nvSpPr>
        <p:spPr>
          <a:xfrm>
            <a:off x="838200" y="1981200"/>
            <a:ext cx="10515600" cy="4267200"/>
          </a:xfrm>
        </p:spPr>
        <p:txBody>
          <a:bodyPr/>
          <a:lstStyle/>
          
        <a:p>
          <a:pPr lvl="0"/>
          <a:r>
            <a:rPr lang="en-US" sz="1800"/>
            <a:t>• Key business or societal impact metrics (accuracy, latency, user reach, cost reduction).</a:t>
          </a:r>
        </a:p>
        <a:p>
          <a:pPr lvl="0"/>
          <a:r>
            <a:rPr lang="en-US" sz="1800"/>
            <a:t>• Prototype demonstration plan during jury evaluation at AVCOE.</a:t>
          </a:r>
        </a:p>
        <a:p>
          <a:pPr lvl="0"/>
          <a:r>
            <a:rPr lang="en-US" sz="1800"/>
            <a:t>• Future scalability and potential commercial or open-source roadmap.</a:t>
          </a:r>
        </a:p>
        <a:p>
          <a:pPr lvl="0"/>
          <a:r>
            <a:rPr lang="en-US" sz="1800"/>
            <a:t>• Summary takeaway: Why this solution deserves to win AiTHON 2.0.</a:t>
          </a:r>
        </a:p>
        </p:txBody>
      </p:sp>
    </p:spTree>
  </p:cSld>
</p:sld>
</file>