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9088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21"/>
          <p:cNvSpPr txBox="1"/>
          <p:nvPr/>
        </p:nvSpPr>
        <p:spPr>
          <a:xfrm>
            <a:off x="2052827" y="-16002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AITHON 2.0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2624327" y="824367"/>
            <a:ext cx="38953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TITLE</a:t>
            </a:r>
            <a:r>
              <a:rPr lang="en-US" sz="1600" b="1" kern="0" spc="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800" b="1" kern="0" spc="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PAGE</a:t>
            </a: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713232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Statement Track  —</a:t>
            </a:r>
            <a:endParaRPr lang="en-US" sz="14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713232" y="2444529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Statement Title  —</a:t>
            </a:r>
            <a:endParaRPr lang="en-US" sz="14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713232" y="2883877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Theme  —</a:t>
            </a:r>
            <a:endParaRPr lang="en-US" sz="14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713232" y="3337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 Category  —  Software / Hardware</a:t>
            </a:r>
            <a:endParaRPr lang="en-US" sz="14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713232" y="37947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ID  —</a:t>
            </a:r>
            <a:endParaRPr lang="en-US" sz="14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713232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Name  —</a:t>
            </a:r>
            <a:endParaRPr lang="en-US" sz="14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B04B95-8CB3-654E-20D7-A4E6A882B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4864608"/>
            <a:ext cx="9144001" cy="27889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ea typeface="Microsoft Yi Baiti" panose="03000500000000000000" pitchFamily="66" charset="0"/>
                <a:cs typeface="Times New Roman" panose="02020603050405020304" pitchFamily="18" charset="0"/>
              </a:rPr>
              <a:t>@AITHON2.0 Template Submission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48DEA67-24BC-DDCE-99AC-D822B295E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02" y="107713"/>
            <a:ext cx="1195938" cy="4963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6447D1-6719-3C94-06D1-78429F5C1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402" y="120112"/>
            <a:ext cx="1631851" cy="4300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22"/>
          <p:cNvSpPr txBox="1"/>
          <p:nvPr/>
        </p:nvSpPr>
        <p:spPr>
          <a:xfrm>
            <a:off x="1563624" y="1066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IDEA TITLE</a:t>
            </a:r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1005840" y="10515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PROJECT / IDEA NAME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005840" y="132588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Enter the project or idea name ]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1005840" y="18928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ONE-LINE TAGLINE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1005840" y="2167128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A crisp single-line tagline that captures the idea ]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1005840" y="27340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BEING ADDRESSED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1005840" y="3008376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Describe the core problem this idea solves in 2–3 lines ]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1005840" y="35753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PROPOSED SOLUTION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1005840" y="3849624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Summarize the proposed solution and its key differentiators ]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42"/>
          <p:cNvSpPr txBox="1"/>
          <p:nvPr/>
        </p:nvSpPr>
        <p:spPr>
          <a:xfrm>
            <a:off x="6583680" y="3383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F5291F9-92FF-A0C7-C40D-5614BED4D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4864608"/>
            <a:ext cx="9144001" cy="27889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ea typeface="Microsoft Yi Baiti" panose="03000500000000000000" pitchFamily="66" charset="0"/>
                <a:cs typeface="Times New Roman" panose="02020603050405020304" pitchFamily="18" charset="0"/>
              </a:rPr>
              <a:t>@AITHON2.0 Template Submission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1E32948-9A88-6796-5B2E-0E349EF80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02" y="107713"/>
            <a:ext cx="1195938" cy="4963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F97D7A-90C0-A325-FE8B-30FB4EF90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402" y="120112"/>
            <a:ext cx="1631851" cy="430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22"/>
          <p:cNvSpPr txBox="1"/>
          <p:nvPr/>
        </p:nvSpPr>
        <p:spPr>
          <a:xfrm>
            <a:off x="1551492" y="228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TECHNICAL APPROACH</a:t>
            </a:r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685800" y="1179195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TECHNOLOGIES / TOOLS USED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685800" y="160020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Frontend &amp; Backend frameworks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/ ML libraries &amp; models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Cloud &amp; deployment tools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Version control &amp; CI/CD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5120640" y="1179195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SYSTEM ARCHITECTURE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42"/>
          <p:cNvSpPr txBox="1"/>
          <p:nvPr/>
        </p:nvSpPr>
        <p:spPr>
          <a:xfrm>
            <a:off x="5120640" y="1627632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Modular, layered architecture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AI/ML components for core logic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Database, API &amp; cloud integration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Secure, scalable request flow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3ED748E-510B-B8ED-7836-19CCEB5600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4864608"/>
            <a:ext cx="9144001" cy="27889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ea typeface="Microsoft Yi Baiti" panose="03000500000000000000" pitchFamily="66" charset="0"/>
                <a:cs typeface="Times New Roman" panose="02020603050405020304" pitchFamily="18" charset="0"/>
              </a:rPr>
              <a:t>@AITHON2.0 Template Submission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1CC37CC5-D17F-A9B9-069D-F4F9C7616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02" y="107713"/>
            <a:ext cx="1195938" cy="4963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AC12AC-D402-3660-5D54-5EB9388BC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402" y="120112"/>
            <a:ext cx="1631851" cy="4300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7"/>
          <p:cNvSpPr/>
          <p:nvPr/>
        </p:nvSpPr>
        <p:spPr>
          <a:xfrm>
            <a:off x="6277356" y="4174236"/>
            <a:ext cx="64008" cy="64008"/>
          </a:xfrm>
          <a:prstGeom prst="ellipse">
            <a:avLst/>
          </a:prstGeom>
          <a:solidFill>
            <a:srgbClr val="1E2761">
              <a:alpha val="20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463040" y="5107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FEASIBILITY AND VIABILITY</a:t>
            </a:r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731520" y="1269091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TECHNICAL FEASIBILITY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31520" y="1828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Availability of required technologies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Development requirements &amp; resources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4846320" y="1269091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OPERATIONAL FEASIBILITY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4846320" y="1828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Ease of implementation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Ease of adoption by users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36"/>
          <p:cNvSpPr txBox="1"/>
          <p:nvPr/>
        </p:nvSpPr>
        <p:spPr>
          <a:xfrm>
            <a:off x="731520" y="2558395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ECONOMIC FEASIBILITY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731520" y="309067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Development cost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Infrastructure / resource requirements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4846320" y="2559197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SCALABILITY &amp; SUSTAINABILITY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42"/>
          <p:cNvSpPr txBox="1"/>
          <p:nvPr/>
        </p:nvSpPr>
        <p:spPr>
          <a:xfrm>
            <a:off x="4846320" y="3097249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Future expansion potential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Long-term usability, maintenance &amp; scalability</a:t>
            </a:r>
            <a:endParaRPr lang="en-US" sz="11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CB2D31B-C5CE-34AA-1D54-36222D465F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4864608"/>
            <a:ext cx="9144001" cy="27889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ea typeface="Microsoft Yi Baiti" panose="03000500000000000000" pitchFamily="66" charset="0"/>
                <a:cs typeface="Times New Roman" panose="02020603050405020304" pitchFamily="18" charset="0"/>
              </a:rPr>
              <a:t>@AITHON2.0 Template Submission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2AA2515-CA73-73B4-ADD4-F7A6B3073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02" y="107713"/>
            <a:ext cx="1195938" cy="4963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E06E97-1FA3-6ED6-4E99-22E107F8D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402" y="120112"/>
            <a:ext cx="1631851" cy="430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22"/>
          <p:cNvSpPr txBox="1"/>
          <p:nvPr/>
        </p:nvSpPr>
        <p:spPr>
          <a:xfrm>
            <a:off x="1463040" y="9385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IMPACT AND BENEFITS</a:t>
            </a:r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21792" y="1248156"/>
            <a:ext cx="384048" cy="384048"/>
          </a:xfrm>
          <a:prstGeom prst="ellipse">
            <a:avLst/>
          </a:prstGeom>
          <a:solidFill>
            <a:srgbClr val="CADC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" y="1248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115568" y="1005840"/>
            <a:ext cx="1801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User Benefits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374136" y="1248156"/>
            <a:ext cx="384048" cy="384048"/>
          </a:xfrm>
          <a:prstGeom prst="ellipse">
            <a:avLst/>
          </a:prstGeom>
          <a:solidFill>
            <a:srgbClr val="CADC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74136" y="1248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867912" y="1005840"/>
            <a:ext cx="1801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Social Impact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126480" y="1248156"/>
            <a:ext cx="384048" cy="384048"/>
          </a:xfrm>
          <a:prstGeom prst="ellipse">
            <a:avLst/>
          </a:prstGeom>
          <a:solidFill>
            <a:srgbClr val="CADC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0" y="1248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6620256" y="1005840"/>
            <a:ext cx="1801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Economic Impact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21792" y="2263140"/>
            <a:ext cx="384048" cy="384048"/>
          </a:xfrm>
          <a:prstGeom prst="ellipse">
            <a:avLst/>
          </a:prstGeom>
          <a:solidFill>
            <a:srgbClr val="CADC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1792" y="22631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1115568" y="2020824"/>
            <a:ext cx="1801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Environmental Impact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374136" y="2263140"/>
            <a:ext cx="384048" cy="384048"/>
          </a:xfrm>
          <a:prstGeom prst="ellipse">
            <a:avLst/>
          </a:prstGeom>
          <a:solidFill>
            <a:srgbClr val="CADC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74136" y="22631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</a:t>
            </a:r>
            <a:endParaRPr lang="en-US" sz="15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42"/>
          <p:cNvSpPr txBox="1"/>
          <p:nvPr/>
        </p:nvSpPr>
        <p:spPr>
          <a:xfrm>
            <a:off x="3867912" y="2020824"/>
            <a:ext cx="1801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Efficiency &amp; Productivity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 47"/>
          <p:cNvSpPr txBox="1"/>
          <p:nvPr/>
        </p:nvSpPr>
        <p:spPr>
          <a:xfrm>
            <a:off x="457200" y="2880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IMPACT PATHWAY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704088" y="324612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04088" y="3246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2505456" y="3561588"/>
            <a:ext cx="164592" cy="146304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53" name="Shape 51"/>
          <p:cNvSpPr/>
          <p:nvPr/>
        </p:nvSpPr>
        <p:spPr>
          <a:xfrm>
            <a:off x="2688336" y="324612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6C63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688336" y="3246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Solution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4489704" y="3561588"/>
            <a:ext cx="164592" cy="146304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56" name="Shape 54"/>
          <p:cNvSpPr/>
          <p:nvPr/>
        </p:nvSpPr>
        <p:spPr>
          <a:xfrm>
            <a:off x="4672584" y="324612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672584" y="3246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Immediate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Impact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473952" y="3561588"/>
            <a:ext cx="164592" cy="146304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59" name="Shape 57"/>
          <p:cNvSpPr/>
          <p:nvPr/>
        </p:nvSpPr>
        <p:spPr>
          <a:xfrm>
            <a:off x="6656832" y="324612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6C63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656832" y="3246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Long-Term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Impact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93412BA-6D44-8ABB-B0EE-49EBC418C1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4864608"/>
            <a:ext cx="9144001" cy="27889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ea typeface="Microsoft Yi Baiti" panose="03000500000000000000" pitchFamily="66" charset="0"/>
                <a:cs typeface="Times New Roman" panose="02020603050405020304" pitchFamily="18" charset="0"/>
              </a:rPr>
              <a:t>@AITHON2.0 Template Submission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C60BD434-2781-6D60-B917-7E9E13F38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02" y="107713"/>
            <a:ext cx="1195938" cy="4963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B26247-4A27-90F4-84AA-2EB0ECEA3F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402" y="120112"/>
            <a:ext cx="1631851" cy="430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22"/>
          <p:cNvSpPr txBox="1"/>
          <p:nvPr/>
        </p:nvSpPr>
        <p:spPr>
          <a:xfrm>
            <a:off x="1364566" y="8071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RESEARCH AND REFERENCES</a:t>
            </a:r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85800" y="12801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RESEARCH / LITERATURE SURVEY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85800" y="1691640"/>
            <a:ext cx="3337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Relevant research papers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Existing solutions &amp; products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Industry reports &amp; market studies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Datasets used for training / testing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4663440" y="12801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REFERENCES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4663440" y="1691640"/>
            <a:ext cx="3887001" cy="14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Research papers (IEEE / ACM / arXiv, etc.)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Official websites &amp; documentation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APIs / SDKs referenced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Government / official data sources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CB032F4-552B-4173-B6B8-D0D44D274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02" y="107713"/>
            <a:ext cx="1195938" cy="49631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2BECEE38-3F77-1088-2D0E-04043A63B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4864608"/>
            <a:ext cx="9144001" cy="27889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ea typeface="Microsoft Yi Baiti" panose="03000500000000000000" pitchFamily="66" charset="0"/>
                <a:cs typeface="Times New Roman" panose="02020603050405020304" pitchFamily="18" charset="0"/>
              </a:rPr>
              <a:t>@AITHON2.0 Template Submission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132A6E-EA5D-AD8E-D2F3-37B56640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402" y="120112"/>
            <a:ext cx="1631851" cy="4300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22"/>
          <p:cNvSpPr txBox="1"/>
          <p:nvPr/>
        </p:nvSpPr>
        <p:spPr>
          <a:xfrm>
            <a:off x="1636776" y="7781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kern="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IMPORTANT INSTRUCTIONS</a:t>
            </a:r>
            <a:endParaRPr lang="en-US" sz="26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896112" y="109728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Keep all information concise and relevant.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896112" y="166420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Clearly explain the problem and proposed solution.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96112" y="223113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Use authentic research and reliable references.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896112" y="279806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Ensure technical claims are realistic and implementable.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4873752" y="109728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Maintain consistency in fonts, colors, and formatting.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 40"/>
          <p:cNvSpPr txBox="1"/>
          <p:nvPr/>
        </p:nvSpPr>
        <p:spPr>
          <a:xfrm>
            <a:off x="4873752" y="166420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Use diagrams / flowcharts wherever they improve understanding.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4873752" y="271576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Avoid unnecessary text and decorative elements.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4873752" y="2176272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Ensure all team / project information is accurate.</a:t>
            </a:r>
            <a:endParaRPr lang="en-US" sz="125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568F78AC-2355-6C54-9B89-4B867FE1F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02" y="107713"/>
            <a:ext cx="1195938" cy="496311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9E117822-46A1-3452-E55B-117158ACF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4864608"/>
            <a:ext cx="9144001" cy="27889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ea typeface="Microsoft Yi Baiti" panose="03000500000000000000" pitchFamily="66" charset="0"/>
                <a:cs typeface="Times New Roman" panose="02020603050405020304" pitchFamily="18" charset="0"/>
              </a:rPr>
              <a:t>@AITHON2.0 Template Submission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357760-EED8-37BE-9D33-EDE5603D3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402" y="120112"/>
            <a:ext cx="1631851" cy="4300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1637</TotalTime>
  <Words>351</Words>
  <Application>Microsoft Office PowerPoint</Application>
  <PresentationFormat>On-screen Show (16:9)</PresentationFormat>
  <Paragraphs>93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sudhanshu rahane</cp:lastModifiedBy>
  <cp:revision>10</cp:revision>
  <dcterms:created xsi:type="dcterms:W3CDTF">2026-09-05T05:55:12Z</dcterms:created>
  <dcterms:modified xsi:type="dcterms:W3CDTF">2026-09-13T17:32:28Z</dcterms:modified>
</cp:coreProperties>
</file>