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08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1"/>
          <p:cNvSpPr txBox="1"/>
          <p:nvPr/>
        </p:nvSpPr>
        <p:spPr>
          <a:xfrm>
            <a:off x="2052827" y="-16002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AITHON 2.0</a:t>
            </a:r>
            <a:endParaRPr lang="en-US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624327" y="824367"/>
            <a:ext cx="3895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TITLE</a:t>
            </a:r>
            <a:r>
              <a:rPr lang="en-US" sz="1600" b="1" kern="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kern="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PAGE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13232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Track  —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13232" y="2444529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Title  —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13232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 Category  —  Software / Hardware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13232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Name  —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6B04B95-8CB3-654E-20D7-A4E6A882B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48DEA67-24BC-DDCE-99AC-D822B295E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6447D1-6719-3C94-06D1-78429F5C1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 txBox="1"/>
          <p:nvPr/>
        </p:nvSpPr>
        <p:spPr>
          <a:xfrm>
            <a:off x="1563624" y="106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IDEA TITLE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05840" y="1051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/ IDEA NAME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05840" y="13258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Enter the project or idea name ]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005840" y="18928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ONE-LINE TAGLINE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005840" y="216712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A crisp single-line tagline that captures the idea ]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005840" y="27340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BEING ADDRESSED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005840" y="300837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Describe the core problem this idea solves in 2–3 lines ]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005840" y="35753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SOLUTION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005840" y="384962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Summarize the proposed solution and its key differentiators ]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65836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5291F9-92FF-A0C7-C40D-5614BED4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1E32948-9A88-6796-5B2E-0E349EF8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F97D7A-90C0-A325-FE8B-30FB4EF90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 txBox="1"/>
          <p:nvPr/>
        </p:nvSpPr>
        <p:spPr>
          <a:xfrm>
            <a:off x="1551492" y="228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APPROACH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685800" y="1179195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TECHNOLOGIES / TOOLS USED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85800" y="160020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&amp; Backend frameworks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/ ML libraries &amp; models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 &amp; deployment tools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Version control &amp; CI/CD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5120640" y="1179195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5120640" y="1627632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Modular, layered architecture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AI/ML components for core logic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Database, API &amp; cloud integration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Secure, scalable request flow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ED748E-510B-B8ED-7836-19CCEB560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CC37CC5-D17F-A9B9-069D-F4F9C7616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AC12AC-D402-3660-5D54-5EB9388BC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/>
          <p:cNvSpPr/>
          <p:nvPr/>
        </p:nvSpPr>
        <p:spPr>
          <a:xfrm>
            <a:off x="6277356" y="4174236"/>
            <a:ext cx="64008" cy="64008"/>
          </a:xfrm>
          <a:prstGeom prst="ellipse">
            <a:avLst/>
          </a:prstGeom>
          <a:solidFill>
            <a:srgbClr val="1E276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463040" y="5107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FEASIBILITY AND VIABILITY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31520" y="1269091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FEASIBILITY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3152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Availability of required technologies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requirements &amp; resources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846320" y="1269091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OPERATIONAL FEASIBILITY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84632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Ease of implementation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Ease of adoption by users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31520" y="2558395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ECONOMIC FEASIBILITY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731520" y="309067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cost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Infrastructure / resource requirements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846320" y="2559197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SCALABILITY &amp; SUSTAINABILITY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4846320" y="3097249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expansion potential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Long-term usability, maintenance &amp; scalability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B2D31B-C5CE-34AA-1D54-36222D465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2AA2515-CA73-73B4-ADD4-F7A6B307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E06E97-1FA3-6ED6-4E99-22E107F8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 txBox="1"/>
          <p:nvPr/>
        </p:nvSpPr>
        <p:spPr>
          <a:xfrm>
            <a:off x="1463040" y="9385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AND BENEFITS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" y="1248156"/>
            <a:ext cx="384048" cy="38404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1792" y="1248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15568" y="10058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Benefits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74136" y="1248156"/>
            <a:ext cx="384048" cy="38404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374136" y="1248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867912" y="10058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 Impact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26480" y="1248156"/>
            <a:ext cx="384048" cy="38404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126480" y="1248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620256" y="10058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Economic Impact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" y="2263140"/>
            <a:ext cx="384048" cy="38404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21792" y="2263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115568" y="2020824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Environmental Impact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374136" y="2263140"/>
            <a:ext cx="384048" cy="38404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3374136" y="2263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3867912" y="2020824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Efficiency &amp; Productivity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457200" y="2880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PATHWAY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04088" y="3246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704088" y="32461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505456" y="3561588"/>
            <a:ext cx="164592" cy="146304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688336" y="3246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2688336" y="32461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489704" y="3561588"/>
            <a:ext cx="164592" cy="146304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72584" y="3246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4672584" y="32461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Immediate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473952" y="3561588"/>
            <a:ext cx="164592" cy="146304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656832" y="3246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6656832" y="32461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Long-Term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3412BA-6D44-8ABB-B0EE-49EBC418C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60BD434-2781-6D60-B917-7E9E13F3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B26247-4A27-90F4-84AA-2EB0ECEA3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 txBox="1"/>
          <p:nvPr/>
        </p:nvSpPr>
        <p:spPr>
          <a:xfrm>
            <a:off x="1364566" y="8071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AND REFERENCES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8580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/ LITERATURE SURVEY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85800" y="169164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Relevant research papers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solutions &amp; products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reports &amp; market studies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Datasets used for training / testing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66344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663440" y="1691640"/>
            <a:ext cx="3887001" cy="146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papers (IEEE / ACM / arXiv, etc.)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Official websites &amp; documentation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APIs / SDKs referenced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Government / official data sources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CB032F4-552B-4173-B6B8-D0D44D274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BECEE38-3F77-1088-2D0E-04043A63B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132A6E-EA5D-AD8E-D2F3-37B56640C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 txBox="1"/>
          <p:nvPr/>
        </p:nvSpPr>
        <p:spPr>
          <a:xfrm>
            <a:off x="1636776" y="7781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IMPORTANT INSTRUCTIONS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96112" y="1097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 all information concise and relevant.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96112" y="16642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Clearly explain the problem and proposed solution.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96112" y="223113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authentic research and reliable references.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96112" y="27980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Ensure technical claims are realistic and implementable.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4873752" y="1097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Maintain consistency in fonts, colors, and formatting.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873752" y="16642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diagrams / flowcharts wherever they improve understanding.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4873752" y="2715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Avoid unnecessary text and decorative elements.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4873752" y="21762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Ensure all team / project information is accurate.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68F78AC-2355-6C54-9B89-4B867FE1F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2" y="107713"/>
            <a:ext cx="1195938" cy="496311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9E117822-46A1-3452-E55B-117158ACF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@AITHON2.0 Template Submission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57760-EED8-37BE-9D33-EDE5603D3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402" y="120112"/>
            <a:ext cx="1631851" cy="43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346</Words>
  <Application>Microsoft Office PowerPoint</Application>
  <PresentationFormat>On-screen Show (16:9)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Shree U</cp:lastModifiedBy>
  <cp:revision>11</cp:revision>
  <dcterms:created xsi:type="dcterms:W3CDTF">2026-09-05T05:55:12Z</dcterms:created>
  <dcterms:modified xsi:type="dcterms:W3CDTF">2026-09-17T06:14:09Z</dcterms:modified>
</cp:coreProperties>
</file>